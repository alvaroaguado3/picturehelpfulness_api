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CC01-42E9-4F58-ACBE-70FA5242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2B1D2-D9B1-4E6A-BB93-B7DFF525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10A1F-6F8E-4CFD-865E-9CC9C355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AA1AA-36E9-44D6-AABE-1FFEC329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7A53E-4E06-45E2-A3FF-3A007307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3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6D5E-0A1B-4F60-863E-E600A46B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6384-B7DD-44B8-BF2E-568C7D9C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D3D47-0EEF-41A3-9A0C-FC477AEF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3034-0ADA-4D75-9BA2-F4240FE4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9CA25-6A33-44DA-8083-7201ABF2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5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713B-F5B2-4EF1-98D1-68E35EFC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92917-7437-4275-929E-488395237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5E98F-A42B-49D4-8D55-2A08EFF5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F8DB-99E1-4BDE-BF53-0AD536A4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363EB-0122-4BAB-84D6-84A968AE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4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3933-B929-4C37-AA2C-5CA7BD13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2609F-892B-4232-AAF7-1E2F0F96D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38886-54A0-4C58-ABB0-40451ED5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0B36-9615-47D1-A115-FCF93F65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30C8-38F0-424C-B3E2-B9238E39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53139-F682-41F2-A2AE-1BDDE05E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7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6A85-7754-4AAA-861B-6E69EACA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C677-7EE5-47F6-A815-7D8569117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A0A4A-12AF-4299-AFD2-8A4B2FF69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79995-4108-412B-A485-62C96088A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1A689-D9A1-4ECE-A84F-33415F9CC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0FAD2-53A5-4C49-96F0-CA323396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78422-03C7-4B3B-8DFC-6D06E2CB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2A48B-137C-42DF-AC74-BA299002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7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15B0-D945-4EFE-93A8-592396BA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F914F-4F20-4211-BCA6-6287D798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E0B81-8017-494B-8EFE-DF9EB7A3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3D8E3-35AA-43EA-B0B6-D61CB86D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5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902D2-2AAF-475D-8D50-EEB6C5D6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DC68F-BD20-4DF0-BE88-2D60B8E7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139B5-2C3C-4AA0-89AB-981E39BF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3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8EDD-BD28-495F-93D3-AF013F38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6C94D-EDBB-4A0B-818D-68632035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FBBC2-690B-4A66-97D1-3FEEF87C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6593-723A-4020-B554-1F2F67F6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F08A9-FCAD-42AE-BB54-22CC403A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86B2E-2485-4A39-B81C-F4CD138E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4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E49E-B49F-4FB9-AA04-A8F14C55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9165F-131C-4A3D-A2D9-87F9F1BC6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38B84-161A-4C19-8448-F4D8F4983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69045-B68D-40C1-B6E3-82B4284C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0ACF6-56F0-4552-890E-9D7B9CDE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DD80A-58E7-4E77-BC6C-8CC62359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1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5B4D-DF89-4715-AC90-62D006A3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3277B-F023-4996-8AE3-3C42E412F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F9D6-45C8-4F91-B0D9-EC9D60F0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92961-0C5F-4A06-A584-8EB222B3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E35F8-8D7E-4090-A799-A6CE020F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7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33C39-8130-438F-BAFE-C14069EE5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405C7-167B-422D-AD60-642C9AAAD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6220A-C859-4B6A-AF42-C55F5C56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78EEB-6FEE-4FB5-9859-45949AE7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7B80A-A002-4DCC-B592-EF379EA7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1BF4D-9BC2-4E20-ADDF-0B15E40F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09871-ECF9-4A20-9E6C-995801C3D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70A26-52D5-4B9D-91D0-4EDE87C85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A4934-448F-4EF3-A520-3C9D131F28F4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B3811-D755-47C9-A9D1-5AC0D60EE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51F3B-6FA7-45A4-B953-EE1F64ACD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980B8-7520-4324-9F56-50DDCCABB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4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D8D5E405-1B39-43F2-BC2C-CB1DF6951A8F}"/>
              </a:ext>
            </a:extLst>
          </p:cNvPr>
          <p:cNvSpPr/>
          <p:nvPr/>
        </p:nvSpPr>
        <p:spPr>
          <a:xfrm>
            <a:off x="102637" y="3713584"/>
            <a:ext cx="11877869" cy="2967134"/>
          </a:xfrm>
          <a:custGeom>
            <a:avLst/>
            <a:gdLst>
              <a:gd name="connsiteX0" fmla="*/ 93306 w 11877869"/>
              <a:gd name="connsiteY0" fmla="*/ 494522 h 2967134"/>
              <a:gd name="connsiteX1" fmla="*/ 8406881 w 11877869"/>
              <a:gd name="connsiteY1" fmla="*/ 503853 h 2967134"/>
              <a:gd name="connsiteX2" fmla="*/ 8406881 w 11877869"/>
              <a:gd name="connsiteY2" fmla="*/ 0 h 2967134"/>
              <a:gd name="connsiteX3" fmla="*/ 11868539 w 11877869"/>
              <a:gd name="connsiteY3" fmla="*/ 9330 h 2967134"/>
              <a:gd name="connsiteX4" fmla="*/ 11877869 w 11877869"/>
              <a:gd name="connsiteY4" fmla="*/ 802432 h 2967134"/>
              <a:gd name="connsiteX5" fmla="*/ 8453534 w 11877869"/>
              <a:gd name="connsiteY5" fmla="*/ 821094 h 2967134"/>
              <a:gd name="connsiteX6" fmla="*/ 8472196 w 11877869"/>
              <a:gd name="connsiteY6" fmla="*/ 1931436 h 2967134"/>
              <a:gd name="connsiteX7" fmla="*/ 4478694 w 11877869"/>
              <a:gd name="connsiteY7" fmla="*/ 1968759 h 2967134"/>
              <a:gd name="connsiteX8" fmla="*/ 4488024 w 11877869"/>
              <a:gd name="connsiteY8" fmla="*/ 2967134 h 2967134"/>
              <a:gd name="connsiteX9" fmla="*/ 0 w 11877869"/>
              <a:gd name="connsiteY9" fmla="*/ 2911151 h 2967134"/>
              <a:gd name="connsiteX10" fmla="*/ 93306 w 11877869"/>
              <a:gd name="connsiteY10" fmla="*/ 494522 h 296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77869" h="2967134">
                <a:moveTo>
                  <a:pt x="93306" y="494522"/>
                </a:moveTo>
                <a:lnTo>
                  <a:pt x="8406881" y="503853"/>
                </a:lnTo>
                <a:lnTo>
                  <a:pt x="8406881" y="0"/>
                </a:lnTo>
                <a:lnTo>
                  <a:pt x="11868539" y="9330"/>
                </a:lnTo>
                <a:lnTo>
                  <a:pt x="11877869" y="802432"/>
                </a:lnTo>
                <a:lnTo>
                  <a:pt x="8453534" y="821094"/>
                </a:lnTo>
                <a:lnTo>
                  <a:pt x="8472196" y="1931436"/>
                </a:lnTo>
                <a:lnTo>
                  <a:pt x="4478694" y="1968759"/>
                </a:lnTo>
                <a:lnTo>
                  <a:pt x="4488024" y="2967134"/>
                </a:lnTo>
                <a:lnTo>
                  <a:pt x="0" y="2911151"/>
                </a:lnTo>
                <a:lnTo>
                  <a:pt x="93306" y="49452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7F545FE-49A2-4AC3-9FD7-8C7A36D42299}"/>
              </a:ext>
            </a:extLst>
          </p:cNvPr>
          <p:cNvSpPr/>
          <p:nvPr/>
        </p:nvSpPr>
        <p:spPr>
          <a:xfrm>
            <a:off x="4739951" y="4851918"/>
            <a:ext cx="7249886" cy="1912776"/>
          </a:xfrm>
          <a:custGeom>
            <a:avLst/>
            <a:gdLst>
              <a:gd name="connsiteX0" fmla="*/ 3937518 w 7249886"/>
              <a:gd name="connsiteY0" fmla="*/ 9331 h 1912776"/>
              <a:gd name="connsiteX1" fmla="*/ 7249886 w 7249886"/>
              <a:gd name="connsiteY1" fmla="*/ 0 h 1912776"/>
              <a:gd name="connsiteX2" fmla="*/ 7249886 w 7249886"/>
              <a:gd name="connsiteY2" fmla="*/ 1912776 h 1912776"/>
              <a:gd name="connsiteX3" fmla="*/ 0 w 7249886"/>
              <a:gd name="connsiteY3" fmla="*/ 1894115 h 1912776"/>
              <a:gd name="connsiteX4" fmla="*/ 0 w 7249886"/>
              <a:gd name="connsiteY4" fmla="*/ 923731 h 1912776"/>
              <a:gd name="connsiteX5" fmla="*/ 3928188 w 7249886"/>
              <a:gd name="connsiteY5" fmla="*/ 895739 h 1912776"/>
              <a:gd name="connsiteX6" fmla="*/ 3937518 w 7249886"/>
              <a:gd name="connsiteY6" fmla="*/ 9331 h 19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49886" h="1912776">
                <a:moveTo>
                  <a:pt x="3937518" y="9331"/>
                </a:moveTo>
                <a:lnTo>
                  <a:pt x="7249886" y="0"/>
                </a:lnTo>
                <a:lnTo>
                  <a:pt x="7249886" y="1912776"/>
                </a:lnTo>
                <a:lnTo>
                  <a:pt x="0" y="1894115"/>
                </a:lnTo>
                <a:lnTo>
                  <a:pt x="0" y="923731"/>
                </a:lnTo>
                <a:lnTo>
                  <a:pt x="3928188" y="895739"/>
                </a:lnTo>
                <a:lnTo>
                  <a:pt x="3937518" y="933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3B94963-AAEB-4620-A477-ECB2DCA7A501}"/>
              </a:ext>
            </a:extLst>
          </p:cNvPr>
          <p:cNvSpPr/>
          <p:nvPr/>
        </p:nvSpPr>
        <p:spPr>
          <a:xfrm>
            <a:off x="335902" y="709127"/>
            <a:ext cx="8468283" cy="2548504"/>
          </a:xfrm>
          <a:custGeom>
            <a:avLst/>
            <a:gdLst>
              <a:gd name="connsiteX0" fmla="*/ 0 w 4254759"/>
              <a:gd name="connsiteY0" fmla="*/ 0 h 3060440"/>
              <a:gd name="connsiteX1" fmla="*/ 9331 w 4254759"/>
              <a:gd name="connsiteY1" fmla="*/ 2864497 h 3060440"/>
              <a:gd name="connsiteX2" fmla="*/ 65314 w 4254759"/>
              <a:gd name="connsiteY2" fmla="*/ 3060440 h 3060440"/>
              <a:gd name="connsiteX3" fmla="*/ 4236098 w 4254759"/>
              <a:gd name="connsiteY3" fmla="*/ 3051110 h 3060440"/>
              <a:gd name="connsiteX4" fmla="*/ 4254759 w 4254759"/>
              <a:gd name="connsiteY4" fmla="*/ 46653 h 3060440"/>
              <a:gd name="connsiteX5" fmla="*/ 0 w 4254759"/>
              <a:gd name="connsiteY5" fmla="*/ 0 h 30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54759" h="3060440">
                <a:moveTo>
                  <a:pt x="0" y="0"/>
                </a:moveTo>
                <a:cubicBezTo>
                  <a:pt x="3110" y="954832"/>
                  <a:pt x="6221" y="1909665"/>
                  <a:pt x="9331" y="2864497"/>
                </a:cubicBezTo>
                <a:lnTo>
                  <a:pt x="65314" y="3060440"/>
                </a:lnTo>
                <a:lnTo>
                  <a:pt x="4236098" y="3051110"/>
                </a:lnTo>
                <a:lnTo>
                  <a:pt x="4254759" y="466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54012-FC05-4835-8255-71933AE31210}"/>
              </a:ext>
            </a:extLst>
          </p:cNvPr>
          <p:cNvSpPr/>
          <p:nvPr/>
        </p:nvSpPr>
        <p:spPr>
          <a:xfrm>
            <a:off x="674370" y="1108710"/>
            <a:ext cx="1531620" cy="982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944D2-44E9-417F-A427-7B811E7A7BE0}"/>
              </a:ext>
            </a:extLst>
          </p:cNvPr>
          <p:cNvSpPr/>
          <p:nvPr/>
        </p:nvSpPr>
        <p:spPr>
          <a:xfrm>
            <a:off x="826770" y="1261110"/>
            <a:ext cx="1531620" cy="982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A9C953-77AD-4A4E-BDC8-C9093C4EFD47}"/>
              </a:ext>
            </a:extLst>
          </p:cNvPr>
          <p:cNvSpPr/>
          <p:nvPr/>
        </p:nvSpPr>
        <p:spPr>
          <a:xfrm>
            <a:off x="979170" y="1413510"/>
            <a:ext cx="1531620" cy="982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119A4-AF2D-40D8-BE95-F91110584898}"/>
              </a:ext>
            </a:extLst>
          </p:cNvPr>
          <p:cNvSpPr/>
          <p:nvPr/>
        </p:nvSpPr>
        <p:spPr>
          <a:xfrm>
            <a:off x="1131570" y="1565910"/>
            <a:ext cx="1531620" cy="9829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CAACC1-52F8-4591-98D8-A688F529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42" y="1682387"/>
            <a:ext cx="1507348" cy="7141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533F2C-3277-48E8-9919-15A313DB529F}"/>
              </a:ext>
            </a:extLst>
          </p:cNvPr>
          <p:cNvSpPr txBox="1"/>
          <p:nvPr/>
        </p:nvSpPr>
        <p:spPr>
          <a:xfrm>
            <a:off x="2181659" y="1670180"/>
            <a:ext cx="4814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url</a:t>
            </a:r>
            <a:r>
              <a:rPr lang="en-US" sz="800" dirty="0"/>
              <a:t>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57D48-446E-4434-B616-C5B9A762EB8C}"/>
              </a:ext>
            </a:extLst>
          </p:cNvPr>
          <p:cNvSpPr txBox="1"/>
          <p:nvPr/>
        </p:nvSpPr>
        <p:spPr>
          <a:xfrm>
            <a:off x="2181659" y="1817891"/>
            <a:ext cx="4814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url</a:t>
            </a:r>
            <a:r>
              <a:rPr lang="en-US" sz="800" dirty="0"/>
              <a:t>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954274-391A-4ED9-B2FF-557BDD64E5C5}"/>
              </a:ext>
            </a:extLst>
          </p:cNvPr>
          <p:cNvSpPr txBox="1"/>
          <p:nvPr/>
        </p:nvSpPr>
        <p:spPr>
          <a:xfrm>
            <a:off x="2187574" y="1981624"/>
            <a:ext cx="4814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url</a:t>
            </a:r>
            <a:r>
              <a:rPr lang="en-US" sz="800" dirty="0"/>
              <a:t>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419F3-D487-4CA0-AEFF-767F9F62A4C7}"/>
              </a:ext>
            </a:extLst>
          </p:cNvPr>
          <p:cNvSpPr txBox="1"/>
          <p:nvPr/>
        </p:nvSpPr>
        <p:spPr>
          <a:xfrm>
            <a:off x="2181659" y="2218157"/>
            <a:ext cx="4814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url</a:t>
            </a:r>
            <a:r>
              <a:rPr lang="en-US" sz="800" dirty="0"/>
              <a:t> </a:t>
            </a:r>
            <a:r>
              <a:rPr lang="en-US" sz="800" dirty="0" err="1"/>
              <a:t>i</a:t>
            </a:r>
            <a:endParaRPr lang="en-US" sz="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C56923-F6B3-4D19-AB99-A20089611815}"/>
              </a:ext>
            </a:extLst>
          </p:cNvPr>
          <p:cNvCxnSpPr>
            <a:cxnSpLocks/>
          </p:cNvCxnSpPr>
          <p:nvPr/>
        </p:nvCxnSpPr>
        <p:spPr>
          <a:xfrm>
            <a:off x="3060441" y="1925613"/>
            <a:ext cx="21180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Internal Storage 15">
            <a:extLst>
              <a:ext uri="{FF2B5EF4-FFF2-40B4-BE49-F238E27FC236}">
                <a16:creationId xmlns:a16="http://schemas.microsoft.com/office/drawing/2014/main" id="{3B92A695-D397-45EF-9AEA-85A10AE341DA}"/>
              </a:ext>
            </a:extLst>
          </p:cNvPr>
          <p:cNvSpPr/>
          <p:nvPr/>
        </p:nvSpPr>
        <p:spPr>
          <a:xfrm>
            <a:off x="5340220" y="1202124"/>
            <a:ext cx="3365241" cy="17744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./DATA/</a:t>
            </a:r>
            <a:r>
              <a:rPr lang="en-US" sz="1400" dirty="0" err="1"/>
              <a:t>TA_city_i</a:t>
            </a:r>
            <a:r>
              <a:rPr lang="en-US" sz="1400" dirty="0"/>
              <a:t> _</a:t>
            </a:r>
            <a:r>
              <a:rPr lang="en-US" sz="1400" dirty="0" err="1"/>
              <a:t>category_i.rds</a:t>
            </a:r>
            <a:endParaRPr lang="en-US" sz="1400" dirty="0"/>
          </a:p>
          <a:p>
            <a:endParaRPr lang="en-US" sz="1400" b="1" dirty="0"/>
          </a:p>
          <a:p>
            <a:r>
              <a:rPr lang="en-US" sz="1400" b="1" dirty="0" err="1"/>
              <a:t>site_id</a:t>
            </a:r>
            <a:r>
              <a:rPr lang="en-US" sz="1400" b="1" dirty="0"/>
              <a:t> (PK)</a:t>
            </a:r>
          </a:p>
          <a:p>
            <a:r>
              <a:rPr lang="en-US" sz="1400" dirty="0"/>
              <a:t>name</a:t>
            </a:r>
          </a:p>
          <a:p>
            <a:r>
              <a:rPr lang="en-US" sz="1400" dirty="0"/>
              <a:t>City</a:t>
            </a:r>
          </a:p>
          <a:p>
            <a:r>
              <a:rPr lang="en-US" sz="1400" dirty="0"/>
              <a:t>Category</a:t>
            </a:r>
          </a:p>
          <a:p>
            <a:r>
              <a:rPr lang="en-US" sz="1400" dirty="0" err="1"/>
              <a:t>url</a:t>
            </a:r>
            <a:endParaRPr lang="en-US" sz="1400" dirty="0"/>
          </a:p>
          <a:p>
            <a:r>
              <a:rPr lang="en-US" sz="1400" dirty="0"/>
              <a:t>…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D70D15-96D4-47AA-9081-0FD92FEA2FBA}"/>
              </a:ext>
            </a:extLst>
          </p:cNvPr>
          <p:cNvSpPr txBox="1"/>
          <p:nvPr/>
        </p:nvSpPr>
        <p:spPr>
          <a:xfrm>
            <a:off x="9532464" y="410547"/>
            <a:ext cx="1531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City</a:t>
            </a:r>
          </a:p>
          <a:p>
            <a:r>
              <a:rPr lang="en-US" dirty="0"/>
              <a:t>New York</a:t>
            </a:r>
          </a:p>
          <a:p>
            <a:r>
              <a:rPr lang="en-US" dirty="0"/>
              <a:t>Los Angeles</a:t>
            </a:r>
          </a:p>
          <a:p>
            <a:r>
              <a:rPr lang="en-US" dirty="0"/>
              <a:t>Miami</a:t>
            </a:r>
          </a:p>
          <a:p>
            <a:r>
              <a:rPr lang="en-US" dirty="0"/>
              <a:t>Detroit</a:t>
            </a:r>
          </a:p>
          <a:p>
            <a:r>
              <a:rPr lang="en-US" dirty="0"/>
              <a:t>Dallas</a:t>
            </a:r>
          </a:p>
          <a:p>
            <a:r>
              <a:rPr lang="en-US" dirty="0"/>
              <a:t>Chicago</a:t>
            </a:r>
          </a:p>
          <a:p>
            <a:r>
              <a:rPr lang="en-US" dirty="0"/>
              <a:t>Seattle</a:t>
            </a:r>
          </a:p>
          <a:p>
            <a:r>
              <a:rPr lang="en-US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0A735-0219-454E-BEAE-3184B154985F}"/>
              </a:ext>
            </a:extLst>
          </p:cNvPr>
          <p:cNvSpPr txBox="1"/>
          <p:nvPr/>
        </p:nvSpPr>
        <p:spPr>
          <a:xfrm>
            <a:off x="10751820" y="377518"/>
            <a:ext cx="1531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Category</a:t>
            </a:r>
          </a:p>
          <a:p>
            <a:r>
              <a:rPr lang="en-US" dirty="0"/>
              <a:t>Hotels</a:t>
            </a:r>
          </a:p>
          <a:p>
            <a:r>
              <a:rPr lang="en-US" dirty="0"/>
              <a:t>Restaurants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05CB2E-EA73-489B-B28F-16839A1C8CFC}"/>
              </a:ext>
            </a:extLst>
          </p:cNvPr>
          <p:cNvSpPr txBox="1"/>
          <p:nvPr/>
        </p:nvSpPr>
        <p:spPr>
          <a:xfrm>
            <a:off x="3228392" y="1413510"/>
            <a:ext cx="180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every city/cat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AE5B19-CF5A-44AD-A44F-1176CE1E980C}"/>
              </a:ext>
            </a:extLst>
          </p:cNvPr>
          <p:cNvCxnSpPr>
            <a:cxnSpLocks/>
          </p:cNvCxnSpPr>
          <p:nvPr/>
        </p:nvCxnSpPr>
        <p:spPr>
          <a:xfrm>
            <a:off x="1604106" y="2665841"/>
            <a:ext cx="9629" cy="170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A9B005-B528-450D-BB18-9A71B2AC4E11}"/>
              </a:ext>
            </a:extLst>
          </p:cNvPr>
          <p:cNvSpPr txBox="1"/>
          <p:nvPr/>
        </p:nvSpPr>
        <p:spPr>
          <a:xfrm>
            <a:off x="1630453" y="2888299"/>
            <a:ext cx="180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every site </a:t>
            </a:r>
            <a:r>
              <a:rPr lang="en-US" dirty="0" err="1"/>
              <a:t>url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37DB44-457A-4647-930A-96B5356EC00C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431625" y="2325879"/>
            <a:ext cx="1899266" cy="74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95807-F852-4E08-AA60-7E8D8A1E756A}"/>
              </a:ext>
            </a:extLst>
          </p:cNvPr>
          <p:cNvSpPr/>
          <p:nvPr/>
        </p:nvSpPr>
        <p:spPr>
          <a:xfrm>
            <a:off x="365760" y="4374058"/>
            <a:ext cx="1531620" cy="9829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5215F0-9435-41A7-914C-2578BC51D828}"/>
              </a:ext>
            </a:extLst>
          </p:cNvPr>
          <p:cNvSpPr/>
          <p:nvPr/>
        </p:nvSpPr>
        <p:spPr>
          <a:xfrm>
            <a:off x="518160" y="4526458"/>
            <a:ext cx="1531620" cy="9829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0F8901-A4D1-4BA0-8F70-8280158BAC4D}"/>
              </a:ext>
            </a:extLst>
          </p:cNvPr>
          <p:cNvSpPr/>
          <p:nvPr/>
        </p:nvSpPr>
        <p:spPr>
          <a:xfrm>
            <a:off x="670560" y="4678858"/>
            <a:ext cx="1531620" cy="9829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56E9C4-062E-43C3-B96B-65D084C1A283}"/>
              </a:ext>
            </a:extLst>
          </p:cNvPr>
          <p:cNvSpPr/>
          <p:nvPr/>
        </p:nvSpPr>
        <p:spPr>
          <a:xfrm>
            <a:off x="822960" y="4831258"/>
            <a:ext cx="1531620" cy="9829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587039-B313-4477-8DFC-CB562FC82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43235"/>
            <a:ext cx="1581550" cy="81860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C8CA755-0998-4CC6-AB92-F1E2D92AF2F8}"/>
              </a:ext>
            </a:extLst>
          </p:cNvPr>
          <p:cNvSpPr/>
          <p:nvPr/>
        </p:nvSpPr>
        <p:spPr>
          <a:xfrm>
            <a:off x="975360" y="4983658"/>
            <a:ext cx="1531620" cy="9829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FB8437-EDA0-4FFF-A37A-5519FCDDB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59" y="4971281"/>
            <a:ext cx="1855793" cy="99535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964DCC8-6974-413F-BDEC-9CFFF73A11BD}"/>
              </a:ext>
            </a:extLst>
          </p:cNvPr>
          <p:cNvSpPr txBox="1"/>
          <p:nvPr/>
        </p:nvSpPr>
        <p:spPr>
          <a:xfrm>
            <a:off x="2564796" y="4988672"/>
            <a:ext cx="832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Review page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1B0C35-6E9E-486C-A9F5-7A4804085734}"/>
              </a:ext>
            </a:extLst>
          </p:cNvPr>
          <p:cNvSpPr txBox="1"/>
          <p:nvPr/>
        </p:nvSpPr>
        <p:spPr>
          <a:xfrm>
            <a:off x="2354579" y="4785018"/>
            <a:ext cx="832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Review page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CB778E-DC48-4A36-9D2E-9792EA08A395}"/>
              </a:ext>
            </a:extLst>
          </p:cNvPr>
          <p:cNvSpPr txBox="1"/>
          <p:nvPr/>
        </p:nvSpPr>
        <p:spPr>
          <a:xfrm>
            <a:off x="2202179" y="4592694"/>
            <a:ext cx="832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Review page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E12840-E36C-4F5E-BA17-1441C07C9BFC}"/>
              </a:ext>
            </a:extLst>
          </p:cNvPr>
          <p:cNvSpPr txBox="1"/>
          <p:nvPr/>
        </p:nvSpPr>
        <p:spPr>
          <a:xfrm>
            <a:off x="1988047" y="4426521"/>
            <a:ext cx="832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Review page 4</a:t>
            </a:r>
          </a:p>
        </p:txBody>
      </p:sp>
      <p:sp>
        <p:nvSpPr>
          <p:cNvPr id="41" name="Flowchart: Internal Storage 40">
            <a:extLst>
              <a:ext uri="{FF2B5EF4-FFF2-40B4-BE49-F238E27FC236}">
                <a16:creationId xmlns:a16="http://schemas.microsoft.com/office/drawing/2014/main" id="{8B7B47B9-B87E-4C7F-A79B-420183229DEF}"/>
              </a:ext>
            </a:extLst>
          </p:cNvPr>
          <p:cNvSpPr/>
          <p:nvPr/>
        </p:nvSpPr>
        <p:spPr>
          <a:xfrm>
            <a:off x="4883021" y="4310358"/>
            <a:ext cx="3549754" cy="1215742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/>
              <a:t>./SAVE/</a:t>
            </a:r>
            <a:r>
              <a:rPr lang="en-US" sz="1000" dirty="0" err="1"/>
              <a:t>site_</a:t>
            </a:r>
            <a:r>
              <a:rPr lang="en-US" sz="900" dirty="0" err="1"/>
              <a:t>url_i.rds</a:t>
            </a:r>
            <a:endParaRPr lang="en-US" sz="900" dirty="0"/>
          </a:p>
          <a:p>
            <a:endParaRPr lang="en-US" sz="900" b="1" dirty="0"/>
          </a:p>
          <a:p>
            <a:r>
              <a:rPr lang="en-US" sz="900" b="1" dirty="0" err="1"/>
              <a:t>site_id</a:t>
            </a:r>
            <a:r>
              <a:rPr lang="en-US" sz="900" b="1" dirty="0"/>
              <a:t> (PK)</a:t>
            </a:r>
          </a:p>
          <a:p>
            <a:r>
              <a:rPr lang="en-US" sz="900" b="1" dirty="0" err="1"/>
              <a:t>Review_page_id</a:t>
            </a:r>
            <a:r>
              <a:rPr lang="en-US" sz="900" b="1" dirty="0"/>
              <a:t> (PK)</a:t>
            </a:r>
          </a:p>
          <a:p>
            <a:r>
              <a:rPr lang="en-US" sz="900" dirty="0" err="1"/>
              <a:t>Html_id</a:t>
            </a:r>
            <a:r>
              <a:rPr lang="en-US" sz="900" dirty="0"/>
              <a:t> (FK)</a:t>
            </a:r>
          </a:p>
          <a:p>
            <a:r>
              <a:rPr lang="en-US" sz="900" dirty="0" err="1"/>
              <a:t>Html_location</a:t>
            </a:r>
            <a:endParaRPr lang="en-US" sz="900" dirty="0"/>
          </a:p>
          <a:p>
            <a:r>
              <a:rPr lang="en-US" sz="900" dirty="0" err="1"/>
              <a:t>Download_date</a:t>
            </a:r>
            <a:endParaRPr lang="en-US" sz="900" dirty="0"/>
          </a:p>
          <a:p>
            <a:r>
              <a:rPr lang="en-US" sz="900" dirty="0"/>
              <a:t>…</a:t>
            </a:r>
          </a:p>
          <a:p>
            <a:endParaRPr lang="en-US" sz="1400" b="1" dirty="0"/>
          </a:p>
        </p:txBody>
      </p:sp>
      <p:sp>
        <p:nvSpPr>
          <p:cNvPr id="42" name="Flowchart: Internal Storage 41">
            <a:extLst>
              <a:ext uri="{FF2B5EF4-FFF2-40B4-BE49-F238E27FC236}">
                <a16:creationId xmlns:a16="http://schemas.microsoft.com/office/drawing/2014/main" id="{44249A14-6831-4EEB-93F1-FCF0B486E484}"/>
              </a:ext>
            </a:extLst>
          </p:cNvPr>
          <p:cNvSpPr/>
          <p:nvPr/>
        </p:nvSpPr>
        <p:spPr>
          <a:xfrm>
            <a:off x="8804185" y="3767765"/>
            <a:ext cx="3028121" cy="683568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./HTML/review_page_id</a:t>
            </a:r>
            <a:r>
              <a:rPr lang="en-US" sz="1400" dirty="0"/>
              <a:t>.html</a:t>
            </a:r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43" name="Flowchart: Internal Storage 42">
            <a:extLst>
              <a:ext uri="{FF2B5EF4-FFF2-40B4-BE49-F238E27FC236}">
                <a16:creationId xmlns:a16="http://schemas.microsoft.com/office/drawing/2014/main" id="{16BB34FE-D9C0-4229-8080-D567F20F1304}"/>
              </a:ext>
            </a:extLst>
          </p:cNvPr>
          <p:cNvSpPr/>
          <p:nvPr/>
        </p:nvSpPr>
        <p:spPr>
          <a:xfrm>
            <a:off x="8804185" y="5020311"/>
            <a:ext cx="3028121" cy="1613753"/>
          </a:xfrm>
          <a:prstGeom prst="flowChartInternalStorag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./SAVE2/</a:t>
            </a:r>
            <a:r>
              <a:rPr lang="en-US" sz="1600" dirty="0" err="1"/>
              <a:t>site_url_i_meta.rds</a:t>
            </a:r>
            <a:endParaRPr lang="en-US" sz="1600" dirty="0"/>
          </a:p>
          <a:p>
            <a:r>
              <a:rPr lang="en-US" sz="1600" b="1" dirty="0" err="1"/>
              <a:t>Site_id</a:t>
            </a:r>
            <a:r>
              <a:rPr lang="en-US" sz="1600" b="1" dirty="0"/>
              <a:t> (PK)</a:t>
            </a:r>
          </a:p>
          <a:p>
            <a:r>
              <a:rPr lang="en-US" sz="1600" b="1" dirty="0" err="1"/>
              <a:t>Review_page_id</a:t>
            </a:r>
            <a:r>
              <a:rPr lang="en-US" sz="1600" dirty="0"/>
              <a:t> (PK)</a:t>
            </a:r>
          </a:p>
          <a:p>
            <a:r>
              <a:rPr lang="en-US" sz="1400" dirty="0" err="1"/>
              <a:t>About_info</a:t>
            </a:r>
            <a:r>
              <a:rPr lang="en-US" sz="1400" dirty="0"/>
              <a:t> (table)</a:t>
            </a:r>
          </a:p>
          <a:p>
            <a:r>
              <a:rPr lang="en-US" sz="1400" dirty="0" err="1"/>
              <a:t>Review_info</a:t>
            </a:r>
            <a:r>
              <a:rPr lang="en-US" sz="1400" dirty="0"/>
              <a:t> (table)</a:t>
            </a:r>
          </a:p>
          <a:p>
            <a:r>
              <a:rPr lang="en-US" sz="1400" dirty="0" err="1"/>
              <a:t>Image_info</a:t>
            </a:r>
            <a:r>
              <a:rPr lang="en-US" sz="1400" dirty="0"/>
              <a:t> (table)</a:t>
            </a:r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9B1F00-D846-42B9-A7FB-3865E9B9CB6A}"/>
              </a:ext>
            </a:extLst>
          </p:cNvPr>
          <p:cNvSpPr txBox="1"/>
          <p:nvPr/>
        </p:nvSpPr>
        <p:spPr>
          <a:xfrm>
            <a:off x="332781" y="335902"/>
            <a:ext cx="42547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Scrapping_1 – Download list of sites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BD8167-3D17-4F79-9B8F-C20B085920B5}"/>
              </a:ext>
            </a:extLst>
          </p:cNvPr>
          <p:cNvSpPr txBox="1"/>
          <p:nvPr/>
        </p:nvSpPr>
        <p:spPr>
          <a:xfrm>
            <a:off x="172798" y="3836987"/>
            <a:ext cx="425475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Scrapping_2 – Download review pages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5FB055-8367-4D2A-B957-47C623CC62ED}"/>
              </a:ext>
            </a:extLst>
          </p:cNvPr>
          <p:cNvSpPr txBox="1"/>
          <p:nvPr/>
        </p:nvSpPr>
        <p:spPr>
          <a:xfrm>
            <a:off x="8645123" y="4561654"/>
            <a:ext cx="336524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Scrapping_3 – Download Images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4AD94B2-F7DB-42FF-B363-83D187F868CE}"/>
              </a:ext>
            </a:extLst>
          </p:cNvPr>
          <p:cNvCxnSpPr>
            <a:stCxn id="42" idx="3"/>
          </p:cNvCxnSpPr>
          <p:nvPr/>
        </p:nvCxnSpPr>
        <p:spPr>
          <a:xfrm flipH="1">
            <a:off x="10751820" y="4109549"/>
            <a:ext cx="1080486" cy="2244597"/>
          </a:xfrm>
          <a:prstGeom prst="bentConnector4">
            <a:avLst>
              <a:gd name="adj1" fmla="val -26338"/>
              <a:gd name="adj2" fmla="val 10042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Flowchart: Internal Storage 56">
            <a:extLst>
              <a:ext uri="{FF2B5EF4-FFF2-40B4-BE49-F238E27FC236}">
                <a16:creationId xmlns:a16="http://schemas.microsoft.com/office/drawing/2014/main" id="{C4039CA9-9E7A-45DE-9D4F-62F67854A67F}"/>
              </a:ext>
            </a:extLst>
          </p:cNvPr>
          <p:cNvSpPr/>
          <p:nvPr/>
        </p:nvSpPr>
        <p:spPr>
          <a:xfrm>
            <a:off x="5029564" y="6181507"/>
            <a:ext cx="2452085" cy="475884"/>
          </a:xfrm>
          <a:prstGeom prst="flowChartInternalStorag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./IMG/image_ij.jpeg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1C4F81-864E-4448-AD05-8A258B18FDE2}"/>
              </a:ext>
            </a:extLst>
          </p:cNvPr>
          <p:cNvCxnSpPr>
            <a:endCxn id="57" idx="3"/>
          </p:cNvCxnSpPr>
          <p:nvPr/>
        </p:nvCxnSpPr>
        <p:spPr>
          <a:xfrm flipH="1" flipV="1">
            <a:off x="7481649" y="6419449"/>
            <a:ext cx="1755657" cy="139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C31F90D-1E78-44D0-B7DB-183B9597D75C}"/>
              </a:ext>
            </a:extLst>
          </p:cNvPr>
          <p:cNvCxnSpPr>
            <a:cxnSpLocks/>
            <a:stCxn id="42" idx="3"/>
          </p:cNvCxnSpPr>
          <p:nvPr/>
        </p:nvCxnSpPr>
        <p:spPr>
          <a:xfrm flipH="1">
            <a:off x="10740390" y="4109549"/>
            <a:ext cx="1091916" cy="2002002"/>
          </a:xfrm>
          <a:prstGeom prst="bentConnector4">
            <a:avLst>
              <a:gd name="adj1" fmla="val -20936"/>
              <a:gd name="adj2" fmla="val 10001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D7B9EC0-B3B0-4389-89A1-64C36AE76288}"/>
              </a:ext>
            </a:extLst>
          </p:cNvPr>
          <p:cNvCxnSpPr>
            <a:cxnSpLocks/>
            <a:stCxn id="42" idx="3"/>
          </p:cNvCxnSpPr>
          <p:nvPr/>
        </p:nvCxnSpPr>
        <p:spPr>
          <a:xfrm flipH="1">
            <a:off x="10728960" y="4109549"/>
            <a:ext cx="1103346" cy="2449871"/>
          </a:xfrm>
          <a:prstGeom prst="bentConnector4">
            <a:avLst>
              <a:gd name="adj1" fmla="val -20719"/>
              <a:gd name="adj2" fmla="val 10001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09E322F-8787-465C-9841-4BAA5C522B30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3060441" y="4109549"/>
            <a:ext cx="5743744" cy="532416"/>
          </a:xfrm>
          <a:prstGeom prst="bentConnector3">
            <a:avLst>
              <a:gd name="adj1" fmla="val 27907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09071C5C-B9A1-4AAA-B90E-D3A898CABBA0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3045043" y="4640497"/>
            <a:ext cx="1837978" cy="2777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856C019-52F8-40BF-9CB9-DE806503841E}"/>
              </a:ext>
            </a:extLst>
          </p:cNvPr>
          <p:cNvSpPr txBox="1"/>
          <p:nvPr/>
        </p:nvSpPr>
        <p:spPr>
          <a:xfrm>
            <a:off x="5769254" y="1224178"/>
            <a:ext cx="2012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List of site URL’s downloaded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3E29B2-7383-4598-8F0F-B9365BB22D0D}"/>
              </a:ext>
            </a:extLst>
          </p:cNvPr>
          <p:cNvSpPr txBox="1"/>
          <p:nvPr/>
        </p:nvSpPr>
        <p:spPr>
          <a:xfrm>
            <a:off x="5330891" y="4299143"/>
            <a:ext cx="2012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Info by site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7F70DE-C35C-4850-B4DD-B1BE793B5128}"/>
              </a:ext>
            </a:extLst>
          </p:cNvPr>
          <p:cNvSpPr txBox="1"/>
          <p:nvPr/>
        </p:nvSpPr>
        <p:spPr>
          <a:xfrm>
            <a:off x="9237306" y="3707439"/>
            <a:ext cx="2012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Html data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1F6316-9AC0-4E16-8477-98EB8574BDB0}"/>
              </a:ext>
            </a:extLst>
          </p:cNvPr>
          <p:cNvSpPr txBox="1"/>
          <p:nvPr/>
        </p:nvSpPr>
        <p:spPr>
          <a:xfrm>
            <a:off x="9249116" y="5036032"/>
            <a:ext cx="2012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Html meta data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6490EF0-5227-4EC5-A213-44D6A392F7F5}"/>
              </a:ext>
            </a:extLst>
          </p:cNvPr>
          <p:cNvSpPr txBox="1"/>
          <p:nvPr/>
        </p:nvSpPr>
        <p:spPr>
          <a:xfrm>
            <a:off x="5340220" y="5989809"/>
            <a:ext cx="503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277339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202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Alvaro</dc:creator>
  <cp:lastModifiedBy>Alvaro</cp:lastModifiedBy>
  <cp:revision>4</cp:revision>
  <dcterms:created xsi:type="dcterms:W3CDTF">2022-02-22T18:48:14Z</dcterms:created>
  <dcterms:modified xsi:type="dcterms:W3CDTF">2022-02-22T19:16:20Z</dcterms:modified>
</cp:coreProperties>
</file>